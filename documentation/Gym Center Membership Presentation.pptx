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9856-2C33-EA27-A263-21E4C7BF8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DB129-4725-E1BB-DFDD-6D3788190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D68D8-F288-BA0A-ECAA-90BB3703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3CF61-3C3C-8F8B-A759-6FAB47B6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A3BB2-7354-3BD6-B107-A6724C38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0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1F21-F8ED-9182-3D00-74F60998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998A-BB52-1E9A-10CB-0659A7DAB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744F-707F-AC38-52EF-0D80C0FB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C0744-42CB-CD7F-5669-C3F5D753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B6F3-3C24-AE5E-CD31-AEF3FD36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0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89A8-F6C2-3FCC-17A7-F468435F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89DBF-7D59-DC95-189D-FB28D00D1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1807B-4429-4216-4EAC-6EE8DFC2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5BB23-674E-55E0-BC06-CB7644CE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A67A8-B3DF-C836-D1D5-8291E281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6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3336-4819-1B99-D654-5659C40F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86EB-2748-BD50-3178-35BF64396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92990-F9E8-75E7-40C2-6A142DFEC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242CC-1C39-E4C8-039E-61C924D4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2485B-1AD3-8B6E-004F-63BE90A2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41F57-6903-9D22-6749-190000FF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4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8344-E137-747C-BB71-A3BB314A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4EF48-96C1-AF95-27F0-BAB80AF0F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D04E5-3B2B-D324-D4C4-0A1676D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B15011-606B-F8F0-6D84-287B19BA5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1C35B-AFDD-F9AB-2D75-CA4A51A31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19550-BE92-0B4F-0E49-CC95841C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E0228-FE8F-26F8-DCE3-CC214956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3186E-6D3B-E526-6D8B-AF8FB335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6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DE6-E955-726C-F8AC-6FBAA0DB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9F73F-A503-F0E7-FE9F-C0404F69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06F10-7D00-378A-4DE4-22DC91D4A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F27CA-0B45-608D-BA47-1AE1B319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BD961-5129-1235-9550-179F55BE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F381E-6B7A-7F8F-7DE2-1FAF7272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372A0-3606-74E2-3C7D-8A25B486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7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1A90-B6D8-D5A5-DD14-CA9D9A58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A699-1342-C2D9-EC5C-6F6BA6EFB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601CD-98C2-045B-5AB1-56BEA67CA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45510-4F14-6B00-8004-6AD62485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A5C41-8D24-652F-386E-F226F0FF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5AF19-9CA2-D9F1-2F32-F51CAFF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47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4595-0274-67B5-0BF0-4445F4B3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32A7D-84C4-3A31-04FC-7A1FE97B9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C115E-86FE-BC2C-7D74-4F2F8E06C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2AAE7-DE10-106F-60F8-B44C1CED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BB1EC-A3F3-ECCC-ECBA-5E523D9B0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A1659-2CE7-8426-8632-B1C7532F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16B5-57EC-4A3B-038E-1C95BE04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4405B-FFE0-1595-7145-E04C67DF9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9779-A136-4288-254A-FD58DAA7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365C5-380B-A8CA-CB2A-DD8F32D5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0CADE-1735-822F-385C-AC9CFCC1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1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8E3B4-4E83-4028-BC61-77CC83FB4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37E86-98C1-0545-4F20-000D14CC2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EB559-6657-8FAD-2742-95EE6E2B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B457A-3D86-8D59-7074-8B7B081C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8034C-8CE2-CC02-C085-1645A55B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3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894E9-F032-AE32-17A1-BB2DE336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DF50A-F42C-864B-8162-13E1D2D96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EFFF0-7888-BC0F-DA96-C01AF635C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3BDB5-7914-455E-B9C4-1FBF62F60F1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BE8ED-4B9A-A10A-2C0F-B58B77D95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B67FB-C6B7-3966-A3DD-0DECFCA10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0FDE1-2772-4BDD-B92D-57ECF59A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4562-4CA1-5D33-034F-76F2E5996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1224" y="1167859"/>
            <a:ext cx="8469549" cy="2387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 CENTER  MEMBERSHIP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386AC-F281-1B5E-9F89-6E0A06CD7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91144"/>
            <a:ext cx="9144000" cy="252638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Kushal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Chapagain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Pramod Jung Khatri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Rupak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Sushant Pokharel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7BEB6A-7188-B6AA-90DE-32B17D2D7E0D}"/>
              </a:ext>
            </a:extLst>
          </p:cNvPr>
          <p:cNvCxnSpPr/>
          <p:nvPr/>
        </p:nvCxnSpPr>
        <p:spPr>
          <a:xfrm>
            <a:off x="2950878" y="3668477"/>
            <a:ext cx="6468894" cy="0"/>
          </a:xfrm>
          <a:prstGeom prst="line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20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44D2-9168-FE94-475A-9EFFD081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4FAA9-D78C-A37E-59D7-71A3AF19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26255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C382-A05C-4307-0D5F-02510F761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15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C382-A05C-4307-0D5F-02510F761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29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C382-A05C-4307-0D5F-02510F761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8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7198DC-F4A2-EACD-486F-686B7A616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84" y="1477676"/>
            <a:ext cx="7733488" cy="4855029"/>
          </a:xfrm>
        </p:spPr>
      </p:pic>
    </p:spTree>
    <p:extLst>
      <p:ext uri="{BB962C8B-B14F-4D97-AF65-F5344CB8AC3E}">
        <p14:creationId xmlns:p14="http://schemas.microsoft.com/office/powerpoint/2010/main" val="21201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E2CB37-7083-49CA-B7A6-C51945EFC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166" y="1776360"/>
            <a:ext cx="7947497" cy="4201320"/>
          </a:xfrm>
        </p:spPr>
      </p:pic>
    </p:spTree>
    <p:extLst>
      <p:ext uri="{BB962C8B-B14F-4D97-AF65-F5344CB8AC3E}">
        <p14:creationId xmlns:p14="http://schemas.microsoft.com/office/powerpoint/2010/main" val="3195871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F7AEAC-DC1A-573E-9816-36E574886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886" y="1551736"/>
            <a:ext cx="7334756" cy="4580219"/>
          </a:xfrm>
        </p:spPr>
      </p:pic>
    </p:spTree>
    <p:extLst>
      <p:ext uri="{BB962C8B-B14F-4D97-AF65-F5344CB8AC3E}">
        <p14:creationId xmlns:p14="http://schemas.microsoft.com/office/powerpoint/2010/main" val="246630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C382-A05C-4307-0D5F-02510F761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78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739F-F9EA-B404-E08D-0132419B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C382-A05C-4307-0D5F-02510F761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0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GYM CENTER  MEMBERSHIP</vt:lpstr>
      <vt:lpstr>Table of Content</vt:lpstr>
      <vt:lpstr>PowerPoint Presentation</vt:lpstr>
      <vt:lpstr>PowerPoint Presentation</vt:lpstr>
      <vt:lpstr>PowerPoint Presentation</vt:lpstr>
      <vt:lpstr>ER DIAGRAM</vt:lpstr>
      <vt:lpstr>ER DIAGRAM</vt:lpstr>
      <vt:lpstr>ER DIAGRAM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Pokharel</dc:creator>
  <cp:lastModifiedBy>Sushant Pokharel</cp:lastModifiedBy>
  <cp:revision>6</cp:revision>
  <dcterms:created xsi:type="dcterms:W3CDTF">2026-08-04T16:56:50Z</dcterms:created>
  <dcterms:modified xsi:type="dcterms:W3CDTF">2026-08-04T17:01:38Z</dcterms:modified>
</cp:coreProperties>
</file>